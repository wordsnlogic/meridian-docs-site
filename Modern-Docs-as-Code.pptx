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idea that docs are the product surface,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as a scaling issue, not a tooling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workflow works at small scale. It does not survive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red node is where it breaks. At scale, every single node is also 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hidden cost is not money — it is team capacity. Be honest with your audience about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writers to do a test run on 2-3 pages before committing to a full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a full day for post-conversion review on a 50-page doc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writer with Node.js installed can have a local site running in under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Node.js was created by Ryan Dahl, not Meta. Meta created React — which Docusaurus is built on top of. Writers don't touch JavaScript for content. They may touch CSS for branding.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split is real. Content authoring is zero-code. Site setup and branding requires light config editing at minimum.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the folder hierarchy before writing content. Reorganizing a 50-page site after the fact is painful.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clone path is the one to show the audience. The npx path is for people starting 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Writers don't need MDX for most tasks. Admonitions and tabs cover 90% of formatting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the quickstart.md file up on screen here — it shows all three features in one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teams customize homepage and brand colors — leave everything else at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deploy preview is the standout feature. Reviewers no longer imagine what the rendered output looks like — they click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separate deploy steps — production and preview. The alias field is what creates the pr-123.netlify.app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GitHub PR interface here — point out the Netlify comment with the preview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insight: the build is the gate. A failing build is a good thing — it surfaces problems before the reader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Netlify dashboard here — the deploy log, the preview URLs list, and the rollback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community warning about RAM usage is from a real post in the Docusaurus Slack — this is a real production concern for large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workflow the audience should leave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Docusaurus is stronger than WordPress at scale, but it is not zero-maintenance.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Rspack/memory issue is real and documented. Large sites on 3.10.1 should test before upgrading.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the audience a printed QR code linking to the GitHub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 i="0">
                <a:solidFill>
                  <a:srgbClr val="222222"/>
                </a:solidFill>
                <a:latin typeface="Arial"/>
              </a:rPr>
              <a:t>Modern Docs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666666"/>
                </a:solidFill>
                <a:latin typeface="Arial"/>
              </a:rPr>
              <a:t>Building a production-ready documentation site with Docusaurus, GitHub, and Netlify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E97BF"/>
                </a:solidFill>
                <a:latin typeface="Arial"/>
              </a:rPr>
              <a:t>Doug Purcell  ·  Write the Docs Bay Area  ·  June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Tonight's Sponsor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45920"/>
            <a:ext cx="7498079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Arial"/>
              </a:rPr>
              <a:t>Zanotto's Family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666666"/>
                </a:solidFill>
                <a:latin typeface="Arial"/>
              </a:rPr>
              <a:t>Your neighborhood grocery store — serving the community since 1955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566160"/>
            <a:ext cx="7498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424242"/>
                </a:solidFill>
                <a:latin typeface="Arial"/>
              </a:rPr>
              <a:t>Fresh produce · Deli · Bakery · Fine wines · Local favorites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389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1E97BF"/>
                </a:solidFill>
                <a:latin typeface="Arial"/>
              </a:rPr>
              <a:t>Thank you for sponsoring tonight's snacks and refreshments!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11858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0" i="0">
                <a:solidFill>
                  <a:srgbClr val="222222"/>
                </a:solidFill>
                <a:latin typeface="Arial"/>
              </a:rPr>
              <a:t>Sponsor Deck is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858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666666"/>
                </a:solidFill>
                <a:latin typeface="Arial"/>
              </a:rPr>
              <a:t>Thank you to our sponsors for making tonight possible.
Connect with them during networking — they're here to meet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Event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Networking over snacks and beverages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Community open mic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The Technical Writing Scouting Report: May 2026 Edition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Presentation: Modern Docs as Code by Doug Purcell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Q &amp; A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Networking continues — hard stop at 6:45 PM PDT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Community Open 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24242"/>
                </a:solidFill>
                <a:latin typeface="Arial"/>
              </a:rPr>
              <a:t>Looking for work, building something exciting, or publishing a new book?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Tech Writer Scouting Report: May 2026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66666"/>
                </a:solidFill>
                <a:latin typeface="Arial"/>
              </a:rPr>
              <a:t>[Content reserved for scouting report presenter]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Tech Writer Scouting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66666"/>
                </a:solidFill>
                <a:latin typeface="Arial"/>
              </a:rPr>
              <a:t>[Content reserved for scouting report presenter]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Tech Writer Scouting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66666"/>
                </a:solidFill>
                <a:latin typeface="Arial"/>
              </a:rPr>
              <a:t>[Content reserved for scouting report presenter]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570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Meet the Speaker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9169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38447" y="18288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1407" y="2057400"/>
            <a:ext cx="2377440" cy="2194560"/>
          </a:xfrm>
          <a:prstGeom prst="rect">
            <a:avLst/>
          </a:prstGeom>
          <a:solidFill>
            <a:srgbClr val="DDDDDD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38447" y="438912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Arial"/>
              </a:rPr>
              <a:t>Doug Purcell</a:t>
            </a:r>
          </a:p>
          <a:p>
            <a:pPr algn="ctr"/>
            <a:r>
              <a:rPr sz="1600" b="0" i="0">
                <a:solidFill>
                  <a:srgbClr val="1E97BF"/>
                </a:solidFill>
                <a:latin typeface="Arial"/>
              </a:rPr>
              <a:t>Tech Writer, Supermicro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Build with 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24242"/>
                </a:solidFill>
                <a:latin typeface="Arial"/>
              </a:rPr>
              <a:t>Everything you need to integrate payments, payouts, and embedded banking into your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Why Meridian Docs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Meridian is a fictional payments platform built to show what a production-ready docs site looks like.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The site demonstrates how technical writers can build, version, and deploy docs without needing to be software engineers.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This entire project is a live demo — the repo, the workflow, the CI/CD — all real.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What's In the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54 fully written documentation pages covering a fictional payments API.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A custom homepage styled after Stripe's developer docs.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A changelog powered by the built-in blog feature.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Two sidebar trees: Docs and API Reference.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GitHub Actions CI/CD with Netlify deploys and deploy preview URLs on every PR.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Algolia DocSearch and dark mode out of the 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The Product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Meridian sits between your application and the global financial system.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One clean API replaces dozens of banks and card networks.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It handles authorization, fraud scoring, currency conversion, and settlement.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The platform includes payments, subscriptions, payouts, webhooks, and compliance.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More Money, More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Meridian started with a small documentation team of 3 contributors.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After a Series B funding round of $20M, the product team grew — and so did the number of doc contributors.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The existing publishing workflow started to break down as the docs operation scaled.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This is where docs-as-code becomes a practical solution, not just a nice-to-have.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Current Documentation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Writer creates a draft in Google Docs.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SMEs — product manager and engineer — review and comment directly in the Google Doc.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After the review cycle completes, the draft is approved for publishing.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Writer manually copies, pastes, and reformats the content in WordPress, then publishes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Where The Workflow Breaks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1066647" y="2194560"/>
            <a:ext cx="1828800" cy="64008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647" y="21945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Writer
Drafts in
Google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4591" y="2423160"/>
            <a:ext cx="210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24242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4047" y="2194560"/>
            <a:ext cx="1828800" cy="640080"/>
          </a:xfrm>
          <a:prstGeom prst="rect">
            <a:avLst/>
          </a:prstGeom>
          <a:solidFill>
            <a:srgbClr val="5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4047" y="21945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SME Review
PM +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1991" y="2423160"/>
            <a:ext cx="210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24242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1447" y="2194560"/>
            <a:ext cx="1828800" cy="640080"/>
          </a:xfrm>
          <a:prstGeom prst="rect">
            <a:avLst/>
          </a:prstGeom>
          <a:solidFill>
            <a:srgbClr val="5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21945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9391" y="2423160"/>
            <a:ext cx="210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24242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8847" y="2194560"/>
            <a:ext cx="1828800" cy="640080"/>
          </a:xfrm>
          <a:prstGeom prst="rect">
            <a:avLst/>
          </a:prstGeom>
          <a:solidFill>
            <a:srgbClr val="D9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8847" y="21945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Copy/Paste
into WordPress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6791" y="2423160"/>
            <a:ext cx="210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24242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6247" y="2194560"/>
            <a:ext cx="1828800" cy="640080"/>
          </a:xfrm>
          <a:prstGeom prst="rect">
            <a:avLst/>
          </a:prstGeom>
          <a:solidFill>
            <a:srgbClr val="2AA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6247" y="21945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Publish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847" y="29077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D93B2B"/>
                </a:solidFill>
                <a:latin typeface="Arial"/>
              </a:rPr>
              <a:t>⚠ Breaks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1118585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The manual copy-paste step is where formatting breaks and errors are introduced.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As the doc set grows, organization becomes impossible — there is no folder hierarchy, no search, no cross-linking.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Google Docs has no diff history, no branches, and no rollbacks — a bad edit can silently overwrite good content.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You cannot break docs into modular, reusable components the way DITA uses topics or Markdown uses includes.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Three people can collaborate in a Google Doc. At thirty, it becomes unmanageable.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The Technical Writer Holds Meeting With 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Everyone who touches the Google Docs feels the pain — writer, engineers, and PMs.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They meet to align on a new approach before the problem gets worse.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After the discussion, they decide to migrate all docs stored in Google Drive into GitHub.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The team adopts a docs-as-code philosophy so documentation can scale alongside the product.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The Solution: Implement Docusaurus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1" sz="2000">
                <a:solidFill>
                  <a:srgbClr val="424242"/>
                </a:solidFill>
                <a:latin typeface="Arial"/>
              </a:rPr>
              <a:t>Version control — </a:t>
            </a:r>
            <a:r>
              <a:rPr b="0" sz="2000">
                <a:solidFill>
                  <a:srgbClr val="424242"/>
                </a:solidFill>
                <a:latin typeface="Arial"/>
              </a:rPr>
              <a:t>docs live in Git: diffs, history, branches, safe rollbacks.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1" sz="2000">
                <a:solidFill>
                  <a:srgbClr val="424242"/>
                </a:solidFill>
                <a:latin typeface="Arial"/>
              </a:rPr>
              <a:t>Built-in navigation — </a:t>
            </a:r>
            <a:r>
              <a:rPr b="0" sz="2000">
                <a:solidFill>
                  <a:srgbClr val="424242"/>
                </a:solidFill>
                <a:latin typeface="Arial"/>
              </a:rPr>
              <a:t>sidebars, search, versioned docs, and page metadata are native features.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1" sz="2000">
                <a:solidFill>
                  <a:srgbClr val="424242"/>
                </a:solidFill>
                <a:latin typeface="Arial"/>
              </a:rPr>
              <a:t>Automated publishing — </a:t>
            </a:r>
            <a:r>
              <a:rPr b="0" sz="2000">
                <a:solidFill>
                  <a:srgbClr val="424242"/>
                </a:solidFill>
                <a:latin typeface="Arial"/>
              </a:rPr>
              <a:t>changes deploy automatically via GitHub Actions and Netlify.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1" sz="2000">
                <a:solidFill>
                  <a:srgbClr val="424242"/>
                </a:solidFill>
                <a:latin typeface="Arial"/>
              </a:rPr>
              <a:t>Modular content — </a:t>
            </a:r>
            <a:r>
              <a:rPr b="0" sz="2000">
                <a:solidFill>
                  <a:srgbClr val="424242"/>
                </a:solidFill>
                <a:latin typeface="Arial"/>
              </a:rPr>
              <a:t>each topic is its own file; front matter links them into a navigable hierarchy.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1" sz="2000">
                <a:solidFill>
                  <a:srgbClr val="424242"/>
                </a:solidFill>
                <a:latin typeface="Arial"/>
              </a:rPr>
              <a:t>Free and open source — </a:t>
            </a:r>
            <a:r>
              <a:rPr b="0" sz="2000">
                <a:solidFill>
                  <a:srgbClr val="424242"/>
                </a:solidFill>
                <a:latin typeface="Arial"/>
              </a:rPr>
              <a:t>65.4K stars, 9.9K forks, 1,268 contributors — this is not an experiment.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The True Cost of 'Free and Open Source'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  <a:buChar char="●"/>
              <a:buClr>
                <a:srgbClr val="1E97BF"/>
              </a:buClr>
            </a:pPr>
            <a:r>
              <a:rPr sz="2000" b="1" i="0">
                <a:solidFill>
                  <a:srgbClr val="1E97BF"/>
                </a:solidFill>
                <a:latin typeface="Arial"/>
              </a:rPr>
              <a:t>Docusaurus is free to download. That's not the same as free to run.</a:t>
            </a:r>
            <a:r>
              <a:rPr b="1" sz="1800">
                <a:solidFill>
                  <a:srgbClr val="424242"/>
                </a:solidFill>
                <a:latin typeface="Arial"/>
              </a:rPr>
              <a:t>Implementation time — </a:t>
            </a:r>
            <a:r>
              <a:rPr b="0" sz="1800">
                <a:solidFill>
                  <a:srgbClr val="424242"/>
                </a:solidFill>
                <a:latin typeface="Arial"/>
              </a:rPr>
              <a:t>how many engineer/writer hours to set up, configure, and migrate existing content?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Customization — </a:t>
            </a:r>
            <a:r>
              <a:rPr b="0" sz="1800">
                <a:solidFill>
                  <a:srgbClr val="424242"/>
                </a:solidFill>
                <a:latin typeface="Arial"/>
              </a:rPr>
              <a:t>brand colors and homepage require CSS and basic React knowledge.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Plugin management — </a:t>
            </a:r>
            <a:r>
              <a:rPr b="0" sz="1800">
                <a:solidFill>
                  <a:srgbClr val="424242"/>
                </a:solidFill>
                <a:latin typeface="Arial"/>
              </a:rPr>
              <a:t>additional features (OpenAPI, Algolia, versioning) need configuration and ongoing updates.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Incident response — </a:t>
            </a:r>
            <a:r>
              <a:rPr b="0" sz="1800">
                <a:solidFill>
                  <a:srgbClr val="424242"/>
                </a:solidFill>
                <a:latin typeface="Arial"/>
              </a:rPr>
              <a:t>if the production build fails, who on your team knows how to diagnose a CI/CD pipeline?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Onboarding — </a:t>
            </a:r>
            <a:r>
              <a:rPr b="0" sz="1800">
                <a:solidFill>
                  <a:srgbClr val="424242"/>
                </a:solidFill>
                <a:latin typeface="Arial"/>
              </a:rPr>
              <a:t>every new contributor needs to learn Git, Markdown, and the branch/PR workflow.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Managed platforms — </a:t>
            </a:r>
            <a:r>
              <a:rPr b="0" sz="1800">
                <a:solidFill>
                  <a:srgbClr val="424242"/>
                </a:solidFill>
                <a:latin typeface="Arial"/>
              </a:rPr>
              <a:t>tools like ReadMe or Confluence trade customization for a fully hosted solution. That tradeoff is worth considering.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Their Proposed Solution: Docs-as-Code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Convert Google Docs content to Markdown using Pandoc.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Manually review each converted file — fix images, tables, and formatting artifacts.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Install Docusaurus and organize the Markdown files into a /docs folder hierarchy.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Track all content in a GitHub repository for version control and collaboration.</a:t>
            </a:r>
          </a:p>
          <a:p>
            <a:pPr>
              <a:spcBef>
                <a:spcPts val="10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Automate builds and deploys with GitHub Actions and Netlify.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The Migration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806043" y="2651760"/>
            <a:ext cx="1234440" cy="749808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6043" y="265176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Google
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9627" y="291693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1067" y="2651760"/>
            <a:ext cx="1234440" cy="749808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1067" y="265176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Pandoc
Convert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4651" y="291693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6091" y="2651760"/>
            <a:ext cx="1234440" cy="749808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6091" y="265176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Markdown
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9675" y="291693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1115" y="2651760"/>
            <a:ext cx="1234440" cy="749808"/>
          </a:xfrm>
          <a:prstGeom prst="rect">
            <a:avLst/>
          </a:prstGeom>
          <a:solidFill>
            <a:srgbClr val="E6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1115" y="265176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Review
&amp;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4699" y="291693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139" y="2651760"/>
            <a:ext cx="1234440" cy="749808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6139" y="265176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Install
Docusaurus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9723" y="291693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81163" y="2651760"/>
            <a:ext cx="1234440" cy="749808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1163" y="265176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Git /
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4747" y="291693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16187" y="2651760"/>
            <a:ext cx="1234440" cy="749808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6187" y="265176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GitHub
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771" y="291693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51211" y="2651760"/>
            <a:ext cx="1234440" cy="74980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51211" y="265176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Netlify
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42316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Arial"/>
              </a:rPr>
              <a:t>Docusaurus is installed after the Markdown files are clean and reviewed — before the Git commit.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749039"/>
            <a:ext cx="111858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Pandoc handles the bulk conversion — no manual retyping.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The Review step is the labor-intensive one: broken images, garbled tables, lost formatting.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Docusaurus setup happens once. After that, all deployment is automated.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Google Docs is no longer in the loop after migration is complete.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What Pandoc Gets Wrong: Edge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1" sz="1600">
                <a:solidFill>
                  <a:srgbClr val="424242"/>
                </a:solidFill>
                <a:latin typeface="Arial"/>
              </a:rPr>
              <a:t>Smart quotes &amp; dashes — </a:t>
            </a:r>
            <a:r>
              <a:rPr b="0" sz="1600">
                <a:solidFill>
                  <a:srgbClr val="424242"/>
                </a:solidFill>
                <a:latin typeface="Arial"/>
              </a:rPr>
              <a:t>Google Docs uses " " and — (em-dash). Pandoc may output â€œ garbage characters if the encoding is wrong.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1" sz="1600">
                <a:solidFill>
                  <a:srgbClr val="424242"/>
                </a:solidFill>
                <a:latin typeface="Arial"/>
              </a:rPr>
              <a:t>Images — </a:t>
            </a:r>
            <a:r>
              <a:rPr b="0" sz="1600">
                <a:solidFill>
                  <a:srgbClr val="424242"/>
                </a:solidFill>
                <a:latin typeface="Arial"/>
              </a:rPr>
              <a:t>Pandoc extracts images to a /media folder with generic names (image1.png). Every path must be manually re-mapped.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1" sz="1600">
                <a:solidFill>
                  <a:srgbClr val="424242"/>
                </a:solidFill>
                <a:latin typeface="Arial"/>
              </a:rPr>
              <a:t>Merged table cells — </a:t>
            </a:r>
            <a:r>
              <a:rPr b="0" sz="1600">
                <a:solidFill>
                  <a:srgbClr val="424242"/>
                </a:solidFill>
                <a:latin typeface="Arial"/>
              </a:rPr>
              <a:t>Markdown has no concept of merged cells. Pandoc silently drops cell content or collapses structure.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1" sz="1600">
                <a:solidFill>
                  <a:srgbClr val="424242"/>
                </a:solidFill>
                <a:latin typeface="Arial"/>
              </a:rPr>
              <a:t>Footnotes — </a:t>
            </a:r>
            <a:r>
              <a:rPr b="0" sz="1600">
                <a:solidFill>
                  <a:srgbClr val="424242"/>
                </a:solidFill>
                <a:latin typeface="Arial"/>
              </a:rPr>
              <a:t>Google Docs footnotes become inline text or get dropped entirely.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1" sz="1600">
                <a:solidFill>
                  <a:srgbClr val="424242"/>
                </a:solidFill>
                <a:latin typeface="Arial"/>
              </a:rPr>
              <a:t>Code in monospace font — </a:t>
            </a:r>
            <a:r>
              <a:rPr b="0" sz="1600">
                <a:solidFill>
                  <a:srgbClr val="424242"/>
                </a:solidFill>
                <a:latin typeface="Arial"/>
              </a:rPr>
              <a:t>Text formatted with Courier New is NOT converted to fenced code blocks — it becomes a plain paragraph.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1" sz="1600">
                <a:solidFill>
                  <a:srgbClr val="424242"/>
                </a:solidFill>
                <a:latin typeface="Arial"/>
              </a:rPr>
              <a:t>Nested lists — </a:t>
            </a:r>
            <a:r>
              <a:rPr b="0" sz="1600">
                <a:solidFill>
                  <a:srgbClr val="424242"/>
                </a:solidFill>
                <a:latin typeface="Arial"/>
              </a:rPr>
              <a:t>Deep nesting (3+ levels) often collapses to a single indentation level.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1" sz="1600">
                <a:solidFill>
                  <a:srgbClr val="424242"/>
                </a:solidFill>
                <a:latin typeface="Arial"/>
              </a:rPr>
              <a:t>Internal doc links — </a:t>
            </a:r>
            <a:r>
              <a:rPr b="0" sz="1600">
                <a:solidFill>
                  <a:srgbClr val="424242"/>
                </a:solidFill>
                <a:latin typeface="Arial"/>
              </a:rPr>
              <a:t>Links to other Google Docs become broken URLs immediately after migration.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1" sz="1600">
                <a:solidFill>
                  <a:srgbClr val="424242"/>
                </a:solidFill>
                <a:latin typeface="Arial"/>
              </a:rPr>
              <a:t>Comments &amp; suggestions — </a:t>
            </a:r>
            <a:r>
              <a:rPr b="0" sz="1600">
                <a:solidFill>
                  <a:srgbClr val="424242"/>
                </a:solidFill>
                <a:latin typeface="Arial"/>
              </a:rPr>
              <a:t>All tracked changes and comments are silently discarded. Export a clean copy first.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Common Pitfalls When Migrating From Google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34146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Images break —</a:t>
            </a:r>
            <a:r>
              <a:rPr b="0" sz="1700">
                <a:solidFill>
                  <a:srgbClr val="424242"/>
                </a:solidFill>
                <a:latin typeface="Arial"/>
              </a:rPr>
              <a:t> each must be re-uploaded. Pandoc names them image1.png, image2.png — unhelpful.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Tables —</a:t>
            </a:r>
            <a:r>
              <a:rPr b="0" sz="1700">
                <a:solidFill>
                  <a:srgbClr val="424242"/>
                </a:solidFill>
                <a:latin typeface="Arial"/>
              </a:rPr>
              <a:t> merged cells have no Markdown equivalent. Restructure them before migration.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Smart quotes —</a:t>
            </a:r>
            <a:r>
              <a:rPr b="0" sz="1700">
                <a:solidFill>
                  <a:srgbClr val="424242"/>
                </a:solidFill>
                <a:latin typeface="Arial"/>
              </a:rPr>
              <a:t> " " and — become â€œ or similar. Run a find-and-replace before Pandoc.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7307" y="1920240"/>
            <a:ext cx="534146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Heading hierarchy —</a:t>
            </a:r>
            <a:r>
              <a:rPr b="0" sz="1700">
                <a:solidFill>
                  <a:srgbClr val="424242"/>
                </a:solidFill>
                <a:latin typeface="Arial"/>
              </a:rPr>
              <a:t> a Google Doc with H1→H3 skips will break Docusaurus sidebar navigation.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Code blocks —</a:t>
            </a:r>
            <a:r>
              <a:rPr b="0" sz="1700">
                <a:solidFill>
                  <a:srgbClr val="424242"/>
                </a:solidFill>
                <a:latin typeface="Arial"/>
              </a:rPr>
              <a:t> code in monospace font becomes body text, not a fenced ``` code block.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Dead links —</a:t>
            </a:r>
            <a:r>
              <a:rPr b="0" sz="1700">
                <a:solidFill>
                  <a:srgbClr val="424242"/>
                </a:solidFill>
                <a:latin typeface="Arial"/>
              </a:rPr>
              <a:t> all Google Docs internal links break the moment you migrate. Audit and replace every 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Implementing Docusaurus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Install with one command:  npx create-docusaurus@latest meridian-docs classic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The classic template ships with docs, blog, navbar, and footer out of the box.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Drop your Markdown files into /docs — they become pages automatically.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Run npm start to preview locally before deploying anywhere.</a:t>
            </a:r>
          </a:p>
          <a:p>
            <a:pPr>
              <a:spcBef>
                <a:spcPts val="9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Configure docusaurus.config.ts — site title, URL, navbar, and footer all live here.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The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Docusaurus v3 — </a:t>
            </a:r>
            <a:r>
              <a:rPr b="0" sz="1800">
                <a:solidFill>
                  <a:srgbClr val="424242"/>
                </a:solidFill>
                <a:latin typeface="Arial"/>
              </a:rPr>
              <a:t>static site generator and docs framework (Meta open source project)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Markdown / MDX — </a:t>
            </a:r>
            <a:r>
              <a:rPr b="0" sz="1800">
                <a:solidFill>
                  <a:srgbClr val="424242"/>
                </a:solidFill>
                <a:latin typeface="Arial"/>
              </a:rPr>
              <a:t>content authoring format (MDX = Markdown + React components)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GitHub — </a:t>
            </a:r>
            <a:r>
              <a:rPr b="0" sz="1800">
                <a:solidFill>
                  <a:srgbClr val="424242"/>
                </a:solidFill>
                <a:latin typeface="Arial"/>
              </a:rPr>
              <a:t>version control and team collaboration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GitHub Actions — </a:t>
            </a:r>
            <a:r>
              <a:rPr b="0" sz="1800">
                <a:solidFill>
                  <a:srgbClr val="424242"/>
                </a:solidFill>
                <a:latin typeface="Arial"/>
              </a:rPr>
              <a:t>CI/CD automation (the deploy.yml file in this project)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Netlify — </a:t>
            </a:r>
            <a:r>
              <a:rPr b="0" sz="1800">
                <a:solidFill>
                  <a:srgbClr val="424242"/>
                </a:solidFill>
                <a:latin typeface="Arial"/>
              </a:rPr>
              <a:t>static site hosting and deploy previews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Node.js — </a:t>
            </a:r>
            <a:r>
              <a:rPr b="0" sz="1800">
                <a:solidFill>
                  <a:srgbClr val="424242"/>
                </a:solidFill>
                <a:latin typeface="Arial"/>
              </a:rPr>
              <a:t>runtime environment Docusaurus uses to build the site (not Meta — created by Ryan Dahl, 2009)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800">
                <a:solidFill>
                  <a:srgbClr val="424242"/>
                </a:solidFill>
                <a:latin typeface="Arial"/>
              </a:rPr>
              <a:t>Algolia DocSearch — </a:t>
            </a:r>
            <a:r>
              <a:rPr b="0" sz="1800">
                <a:solidFill>
                  <a:srgbClr val="424242"/>
                </a:solidFill>
                <a:latin typeface="Arial"/>
              </a:rPr>
              <a:t>full-text search (integrated via the deploy YAML and docusaurus.config.ts)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Do Technical Writers Have to Touch 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34146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AA875"/>
                </a:solidFill>
                <a:latin typeface="Arial"/>
              </a:rPr>
              <a:t>Writers do NOT need to touch: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JavaScript or TypeScript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React components (for 95% of content tasks)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webpack or build tooling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Netlify or CI/CD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7307" y="1920240"/>
            <a:ext cx="534146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8A1A"/>
                </a:solidFill>
                <a:latin typeface="Arial"/>
              </a:rPr>
              <a:t>Writers MAY need to touch: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src/css/custom.css — brand colors and fonts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docusaurus.config.ts — site title, navbar, footer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sidebars.js — navigation structure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src/pages/index.tsx — homepage layout (needs basic React)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Documentation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1900">
                <a:solidFill>
                  <a:srgbClr val="424242"/>
                </a:solidFill>
                <a:latin typeface="Arial"/>
              </a:rPr>
              <a:t>The /docs folder structure IS your sidebar navigation — your file tree is your information architecture.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1900">
                <a:solidFill>
                  <a:srgbClr val="424242"/>
                </a:solidFill>
                <a:latin typeface="Arial"/>
              </a:rPr>
              <a:t>Group content by type: conceptual overviews, how-to guides, and API reference each get their own subfolder.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1900">
                <a:solidFill>
                  <a:srgbClr val="424242"/>
                </a:solidFill>
                <a:latin typeface="Arial"/>
              </a:rPr>
              <a:t>Sidebar order is controlled via sidebar_position in front matter — no separate config file needed.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1900">
                <a:solidFill>
                  <a:srgbClr val="424242"/>
                </a:solidFill>
                <a:latin typeface="Arial"/>
              </a:rPr>
              <a:t>Front matter is NOT Docusaurus-specific — Jekyll, Hugo, Gatsby, and Next.js all use the same YAML convention.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97BF"/>
                </a:solidFill>
                <a:latin typeface="Arial"/>
              </a:rPr>
              <a:t>Front matter examples from the Meridian project: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480560"/>
            <a:ext cx="530352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4590288"/>
            <a:ext cx="4974336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A0"/>
                </a:solidFill>
                <a:latin typeface="Courier New"/>
              </a:rPr>
              <a:t>---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id: quickstart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title: Quickstart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sidebar_label: Quickstart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description: Make your first API call in under 5 minutes.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4480560"/>
            <a:ext cx="530352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4590288"/>
            <a:ext cx="4974336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A0"/>
                </a:solidFill>
                <a:latin typeface="Courier New"/>
              </a:rPr>
              <a:t>---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id: authentication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title: Authentication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sidebar_label: Authentication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sidebar_position: 2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---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Setting Up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341467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7BF"/>
                </a:solidFill>
                <a:latin typeface="Arial"/>
              </a:rPr>
              <a:t>Start from scratch: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7307" y="1920240"/>
            <a:ext cx="5341467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7BF"/>
                </a:solidFill>
                <a:latin typeface="Arial"/>
              </a:rPr>
              <a:t>Replicate the Meridian site: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17520"/>
            <a:ext cx="5341467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127248"/>
            <a:ext cx="501228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A0"/>
                </a:solidFill>
                <a:latin typeface="Courier New"/>
              </a:rPr>
              <a:t>npx create-docusaurus@latest \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  meridian-docs classic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cd meridian-docs &amp;&amp; npm 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3017520"/>
            <a:ext cx="5341467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1899" y="3127248"/>
            <a:ext cx="501228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A0"/>
                </a:solidFill>
                <a:latin typeface="Courier New"/>
              </a:rPr>
              <a:t>git clone https://github.com/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  wordsnlogic/meridian-docs-site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cd meridian-docs-site</a:t>
            </a:r>
          </a:p>
          <a:p>
            <a:r>
              <a:rPr sz="1200">
                <a:solidFill>
                  <a:srgbClr val="A8FFA0"/>
                </a:solidFill>
                <a:latin typeface="Courier New"/>
              </a:rPr>
              <a:t>npm install &amp;&amp; npm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09160"/>
            <a:ext cx="111858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3B2B"/>
                </a:solidFill>
                <a:latin typeface="Arial"/>
              </a:rPr>
              <a:t>Important: npx create-docusaurus creates an EMPTY scaffold — not the Meridian site. To replicate meridian-docs, clone the repo from GitHub.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500">
                <a:solidFill>
                  <a:srgbClr val="424242"/>
                </a:solidFill>
                <a:latin typeface="Arial"/>
              </a:rPr>
              <a:t>Prerequisite: Node.js v18 or later installed on your machine.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500">
                <a:solidFill>
                  <a:srgbClr val="424242"/>
                </a:solidFill>
                <a:latin typeface="Arial"/>
              </a:rPr>
              <a:t>After cloning, npm install downloads all dependencies. npm start launches the local dev server.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Markdown vs MDX: What's the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200400" cy="438912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828800"/>
            <a:ext cx="3749039" cy="438912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828800"/>
            <a:ext cx="365759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Markdown (.md)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59" y="1828800"/>
            <a:ext cx="3840480" cy="438912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799" y="1828800"/>
            <a:ext cx="3749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MDX (.mdx)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67712"/>
            <a:ext cx="3200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22576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React components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267712"/>
            <a:ext cx="37490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322576"/>
            <a:ext cx="36118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Not supported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226771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799" y="2322576"/>
            <a:ext cx="3703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Supported — import and use directly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79776"/>
            <a:ext cx="320040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Admonitions (:::tip)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779776"/>
            <a:ext cx="3749039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2834640"/>
            <a:ext cx="36118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Not supported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59" y="2779776"/>
            <a:ext cx="384048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2834640"/>
            <a:ext cx="3703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Built in to Docusaurus MDX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91840"/>
            <a:ext cx="3200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46704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Tabs / tab groups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3291840"/>
            <a:ext cx="37490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3346704"/>
            <a:ext cx="36118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Not supported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59" y="3291840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799" y="3346704"/>
            <a:ext cx="3703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Built in via @theme/Tabs import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03904"/>
            <a:ext cx="320040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85876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Custom HTML/JSX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3803904"/>
            <a:ext cx="3749039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3858768"/>
            <a:ext cx="36118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Limited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59" y="3803904"/>
            <a:ext cx="384048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799" y="3858768"/>
            <a:ext cx="3703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Full JSX support in file body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315968"/>
            <a:ext cx="3200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370832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Page metadata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4315968"/>
            <a:ext cx="37490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4370832"/>
            <a:ext cx="36118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Front matter (YAML)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59" y="4315968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799" y="4370832"/>
            <a:ext cx="3703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Front matter (YAML) — same syntax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828032"/>
            <a:ext cx="320040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882896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Who uses 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03320" y="4828032"/>
            <a:ext cx="3749039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4882896"/>
            <a:ext cx="36118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All static site generators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59" y="4828032"/>
            <a:ext cx="384048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799" y="4882896"/>
            <a:ext cx="3703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  <a:latin typeface="Arial"/>
              </a:rPr>
              <a:t>Docusaurus, Astro, Next.js MDX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MDX in Action: 3 Features From the Meridian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7BF"/>
                </a:solidFill>
                <a:latin typeface="Arial"/>
              </a:rPr>
              <a:t>1 — Admonitions (callout boxes)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40864"/>
            <a:ext cx="329184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450592"/>
            <a:ext cx="296265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FFA0"/>
                </a:solidFill>
                <a:latin typeface="Courier New"/>
              </a:rPr>
              <a:t>:::warning</a:t>
            </a:r>
          </a:p>
          <a:p>
            <a:r>
              <a:rPr sz="1100">
                <a:solidFill>
                  <a:srgbClr val="A8FFA0"/>
                </a:solidFill>
                <a:latin typeface="Courier New"/>
              </a:rPr>
              <a:t>Never expose your secret key</a:t>
            </a:r>
          </a:p>
          <a:p>
            <a:r>
              <a:rPr sz="1100">
                <a:solidFill>
                  <a:srgbClr val="A8FFA0"/>
                </a:solidFill>
                <a:latin typeface="Courier New"/>
              </a:rPr>
              <a:t>in client-side code or logs.</a:t>
            </a:r>
          </a:p>
          <a:p>
            <a:r>
              <a:rPr sz="1100">
                <a:solidFill>
                  <a:srgbClr val="A8FFA0"/>
                </a:solidFill>
                <a:latin typeface="Courier New"/>
              </a:rPr>
              <a:t>:::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→ Used in quickstart.md and authentication.md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7BF"/>
                </a:solidFill>
                <a:latin typeface="Arial"/>
              </a:rPr>
              <a:t>2 — Code Tabs (multi-language examples)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340864"/>
            <a:ext cx="365760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450592"/>
            <a:ext cx="332841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A0"/>
                </a:solidFill>
                <a:latin typeface="Courier New"/>
              </a:rPr>
              <a:t>import Tabs from '@theme/Tabs';</a:t>
            </a:r>
          </a:p>
          <a:p>
            <a:r>
              <a:rPr sz="1000">
                <a:solidFill>
                  <a:srgbClr val="A8FFA0"/>
                </a:solidFill>
                <a:latin typeface="Courier New"/>
              </a:rPr>
              <a:t>import TabItem from '@theme/TabItem';</a:t>
            </a:r>
          </a:p>
          <a:p>
            <a:r>
              <a:rPr sz="1000">
                <a:solidFill>
                  <a:srgbClr val="A8FFA0"/>
                </a:solidFill>
                <a:latin typeface="Courier New"/>
              </a:rPr>
              <a:t>&lt;Tabs&gt;</a:t>
            </a:r>
          </a:p>
          <a:p>
            <a:r>
              <a:rPr sz="1000">
                <a:solidFill>
                  <a:srgbClr val="A8FFA0"/>
                </a:solidFill>
                <a:latin typeface="Courier New"/>
              </a:rPr>
              <a:t>  &lt;TabItem value='node' label='Node.js'&gt;</a:t>
            </a:r>
          </a:p>
          <a:p>
            <a:r>
              <a:rPr sz="1000">
                <a:solidFill>
                  <a:srgbClr val="A8FFA0"/>
                </a:solidFill>
                <a:latin typeface="Courier New"/>
              </a:rPr>
              <a:t>  ```js</a:t>
            </a:r>
          </a:p>
          <a:p>
            <a:r>
              <a:rPr sz="1000">
                <a:solidFill>
                  <a:srgbClr val="A8FFA0"/>
                </a:solidFill>
                <a:latin typeface="Courier New"/>
              </a:rPr>
              <a:t>  npm install @meridian/sdk</a:t>
            </a:r>
          </a:p>
          <a:p>
            <a:r>
              <a:rPr sz="1000">
                <a:solidFill>
                  <a:srgbClr val="A8FFA0"/>
                </a:solidFill>
                <a:latin typeface="Courier New"/>
              </a:rPr>
              <a:t>  ```</a:t>
            </a:r>
          </a:p>
          <a:p>
            <a:r>
              <a:rPr sz="1000">
                <a:solidFill>
                  <a:srgbClr val="A8FFA0"/>
                </a:solidFill>
                <a:latin typeface="Courier New"/>
              </a:rPr>
              <a:t>  &lt;/TabItem&gt;</a:t>
            </a:r>
          </a:p>
          <a:p>
            <a:r>
              <a:rPr sz="1000">
                <a:solidFill>
                  <a:srgbClr val="A8FFA0"/>
                </a:solidFill>
                <a:latin typeface="Courier New"/>
              </a:rPr>
              <a:t>&lt;/Tabs&gt;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→ Used in quickstart.md — shows Node, Python, Ruby,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7BF"/>
                </a:solidFill>
                <a:latin typeface="Arial"/>
              </a:rPr>
              <a:t>3 — Front Matter metadata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2340864"/>
            <a:ext cx="347472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2450592"/>
            <a:ext cx="31455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FFA0"/>
                </a:solidFill>
                <a:latin typeface="Courier New"/>
              </a:rPr>
              <a:t>---</a:t>
            </a:r>
          </a:p>
          <a:p>
            <a:r>
              <a:rPr sz="1100">
                <a:solidFill>
                  <a:srgbClr val="A8FFA0"/>
                </a:solidFill>
                <a:latin typeface="Courier New"/>
              </a:rPr>
              <a:t>id: authentication</a:t>
            </a:r>
          </a:p>
          <a:p>
            <a:r>
              <a:rPr sz="1100">
                <a:solidFill>
                  <a:srgbClr val="A8FFA0"/>
                </a:solidFill>
                <a:latin typeface="Courier New"/>
              </a:rPr>
              <a:t>title: Authentication</a:t>
            </a:r>
          </a:p>
          <a:p>
            <a:r>
              <a:rPr sz="1100">
                <a:solidFill>
                  <a:srgbClr val="A8FFA0"/>
                </a:solidFill>
                <a:latin typeface="Courier New"/>
              </a:rPr>
              <a:t>sidebar_label: Authentication</a:t>
            </a:r>
          </a:p>
          <a:p>
            <a:r>
              <a:rPr sz="1100">
                <a:solidFill>
                  <a:srgbClr val="A8FFA0"/>
                </a:solidFill>
                <a:latin typeface="Courier New"/>
              </a:rPr>
              <a:t>description: How API keys work.</a:t>
            </a:r>
          </a:p>
          <a:p>
            <a:r>
              <a:rPr sz="1100">
                <a:solidFill>
                  <a:srgbClr val="A8FFA0"/>
                </a:solidFill>
                <a:latin typeface="Courier New"/>
              </a:rPr>
              <a:t>---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840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→ Controls page title, URL, and sidebar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Arial"/>
              </a:rPr>
              <a:t>All three features are in the live Meridian project at github.com/wordsnlogic/meridian-docs-site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Customizing Docusaurus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Brand colors and fonts → src/css/custom.css  (CSS variables that override Docusaurus defaults)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Navbar and footer links → docusaurus.config.ts  (no code editing required for link changes)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Homepage → src/pages/index.tsx  (React component — Meridian's is modeled after Stripe's docs)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The Meridian homepage uses CSS custom properties: --ifm-color-primary for indigo-blue, --meridian-accent for teal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Algolia DocSearch is configured in docusaurus.config.ts and wired to ALGOLIA_APP_ID / ALGOLIA_API_KEY secrets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Getting a Static Site Host: Netlify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Connect Netlify to your GitHub repo — select the repo, set build command and publish directory.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Build command: npm run build    Publish directory: build/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Every push to main triggers an automatic production deploy.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Every pull request generates a deploy preview URL — SMEs click it and read the rendered site before approving.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Netlify posts the preview link as a PR comment automatically (wired in deploy.yml).</a:t>
            </a:r>
          </a:p>
          <a:p>
            <a:pPr>
              <a:spcBef>
                <a:spcPts val="800"/>
              </a:spcBef>
              <a:buChar char="●"/>
              <a:buClr>
                <a:srgbClr val="1E97BF"/>
              </a:buClr>
            </a:pPr>
            <a:r>
              <a:rPr b="0" sz="2000">
                <a:solidFill>
                  <a:srgbClr val="424242"/>
                </a:solidFill>
                <a:latin typeface="Arial"/>
              </a:rPr>
              <a:t>Secrets (NETLIFY_AUTH_TOKEN, NETLIFY_SITE_ID, Algolia keys) live in the Netlify dashboard — never in the repo.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CI/CD With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858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97BF"/>
                </a:solidFill>
                <a:latin typeface="Arial"/>
              </a:rPr>
              <a:t>This is the actual deploy.yml from the Meridian project (.github/workflows/deploy.yml):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5760720" cy="4023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487168"/>
            <a:ext cx="5431536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8FFA0"/>
                </a:solidFill>
                <a:latin typeface="Courier New"/>
              </a:rPr>
              <a:t>name: Deploy to Netlify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on: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push: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branches: [main]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pull_request: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branches: [main]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jobs: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build: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runs-on: ubuntu-latest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steps: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- uses: actions/checkout@v4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- uses: actions/setup-node@v4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with: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node-version: 20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- run: npm ci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- run: npm run build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env: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ALGOLIA_APP_ID: ${{ secrets.ALGOLIA_APP_ID }}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ALGOLIA_API_KEY: ${{ secrets.ALGOLIA_API_KEY 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2377440"/>
            <a:ext cx="5486400" cy="4023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487168"/>
            <a:ext cx="5157216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8FFA0"/>
                </a:solidFill>
                <a:latin typeface="Courier New"/>
              </a:rPr>
              <a:t>      - name: Deploy to Netlify (production)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if: github.ref == 'refs/heads/main'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 &amp;&amp; github.event_name == 'push'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uses: nwtgck/actions-netlify@v3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with: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publish-dir: ./build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enable-pull-request-comment: true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env: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NETLIFY_AUTH_TOKEN: ${{ secrets.NETLIFY_AUTH_TOKEN }}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NETLIFY_SITE_ID: ${{ secrets.NETLIFY_SITE_ID }}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- name: Deploy preview (pull requests)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if: github.event_name == 'pull_request'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uses: nwtgck/actions-netlify@v3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with: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alias: pr-${{ github.event.number }}</a:t>
            </a:r>
          </a:p>
          <a:p>
            <a:r>
              <a:rPr sz="1050">
                <a:solidFill>
                  <a:srgbClr val="A8FFA0"/>
                </a:solidFill>
                <a:latin typeface="Courier New"/>
              </a:rPr>
              <a:t>          enable-pull-request-comment: true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The Pull Request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993495" y="2468880"/>
            <a:ext cx="1371600" cy="749808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495" y="2468880"/>
            <a:ext cx="13716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Writer
Branches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4239" y="273405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5679" y="2468880"/>
            <a:ext cx="1371600" cy="749808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5679" y="2468880"/>
            <a:ext cx="13716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Commits
&amp; Pushes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6423" y="273405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7863" y="2468880"/>
            <a:ext cx="1371600" cy="749808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7863" y="2468880"/>
            <a:ext cx="13716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Opens
Pull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8607" y="273405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0047" y="2468880"/>
            <a:ext cx="1371600" cy="749808"/>
          </a:xfrm>
          <a:prstGeom prst="rect">
            <a:avLst/>
          </a:prstGeom>
          <a:solidFill>
            <a:srgbClr val="E6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0047" y="2468880"/>
            <a:ext cx="13716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Netlify Posts
Preview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0791" y="273405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82231" y="2468880"/>
            <a:ext cx="1371600" cy="749808"/>
          </a:xfrm>
          <a:prstGeom prst="rect">
            <a:avLst/>
          </a:prstGeom>
          <a:solidFill>
            <a:srgbClr val="E6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2231" y="2468880"/>
            <a:ext cx="13716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SME Reviews
Rendered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2975" y="273405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4415" y="2468880"/>
            <a:ext cx="1371600" cy="749808"/>
          </a:xfrm>
          <a:prstGeom prst="rect">
            <a:avLst/>
          </a:prstGeom>
          <a:solidFill>
            <a:srgbClr val="2AA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4415" y="2468880"/>
            <a:ext cx="13716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Approves
&amp; Merges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5159" y="273405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6599" y="2468880"/>
            <a:ext cx="1371600" cy="74980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6599" y="2468880"/>
            <a:ext cx="13716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Auto
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247" y="33375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D93B2B"/>
                </a:solidFill>
                <a:latin typeface="Arial"/>
              </a:rPr>
              <a:t>← Request changes → back to author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49039"/>
            <a:ext cx="1118585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git checkout -b docs/charge-api   → create an isolated branch for the change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git add . &amp;&amp; git commit -m 'docs: add charge API guide'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git push origin docs/charge-api   → open the PR on GitHub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Netlify posts a preview comment automatically — no manual step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SME reviews the fully rendered site in the preview URL (not raw Markdown)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After approval, merge → GitHub Actions builds → Netlify deploys → live in ~90 seconds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How GitHub Actions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993495" y="2377440"/>
            <a:ext cx="1371600" cy="713232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495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Code
Pushed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4239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5679" y="2377440"/>
            <a:ext cx="1371600" cy="713232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5679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Trigger
Fires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6423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7863" y="2377440"/>
            <a:ext cx="1371600" cy="713232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7863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Runner
Spins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8607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0047" y="2377440"/>
            <a:ext cx="1371600" cy="713232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0047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npm ci
+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0791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82231" y="2377440"/>
            <a:ext cx="1371600" cy="713232"/>
          </a:xfrm>
          <a:prstGeom prst="rect">
            <a:avLst/>
          </a:prstGeom>
          <a:solidFill>
            <a:srgbClr val="E6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2231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Build
Passes?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2975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4415" y="2377440"/>
            <a:ext cx="1371600" cy="713232"/>
          </a:xfrm>
          <a:prstGeom prst="rect">
            <a:avLst/>
          </a:prstGeom>
          <a:solidFill>
            <a:srgbClr val="2AA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4415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Deploy
to Netlify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5159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6599" y="2377440"/>
            <a:ext cx="1371600" cy="71323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6599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Live
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46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D93B2B"/>
                </a:solidFill>
                <a:latin typeface="Arial"/>
              </a:rPr>
              <a:t>↓ Fails → deploy blocked, PR stays 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03320"/>
            <a:ext cx="1118585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GitHub Actions is event-driven — a push to main OR a PR open triggers the workflow automatically.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A fresh Ubuntu virtual machine (the runner) is provisioned for every run — no state carries between runs.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If npm run build fails (broken MDX, missing import, bad front matter), the deploy is blocked. No broken docs ship.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The workflow YAML lives in .github/workflows/ alongside your content — versioned, reviewable, rollback-able.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You can add a link-checking step (e.g., lychee-action) to catch dead links before they go live.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How Netlify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1386687" y="2286000"/>
            <a:ext cx="1463040" cy="804672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6687" y="2286000"/>
            <a:ext cx="1463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GitHub
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8871" y="2578608"/>
            <a:ext cx="1188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7743" y="2286000"/>
            <a:ext cx="1463040" cy="804672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7743" y="2286000"/>
            <a:ext cx="1463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Push to
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9927" y="2578608"/>
            <a:ext cx="1188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8799" y="2286000"/>
            <a:ext cx="1463040" cy="80467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8799" y="2286000"/>
            <a:ext cx="1463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GitHub Actions
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0983" y="2578608"/>
            <a:ext cx="1188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9855" y="2286000"/>
            <a:ext cx="1463040" cy="80467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9855" y="2286000"/>
            <a:ext cx="1463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Netlify
Receives
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2039" y="2578608"/>
            <a:ext cx="1188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0911" y="2286000"/>
            <a:ext cx="1463040" cy="804672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0911" y="2286000"/>
            <a:ext cx="1463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CDN Edge
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095" y="2578608"/>
            <a:ext cx="1188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1967" y="2286000"/>
            <a:ext cx="1463040" cy="804672"/>
          </a:xfrm>
          <a:prstGeom prst="rect">
            <a:avLst/>
          </a:prstGeom>
          <a:solidFill>
            <a:srgbClr val="2AA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1967" y="2286000"/>
            <a:ext cx="1463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Live Docs
globally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1118585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Netlify hosts static files (HTML, CSS, JS) on a global CDN — your docs load fast from anywhere.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No server to manage, no database to maintain, no uptime to monitor.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Production deploy: every merge to main → new build → atomic swap (old version stays live until new one is ready).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Deploy previews: every PR gets its own URL — pr-42.netlify.app — isolated from production.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Rollbacks: one click in the Netlify dashboard to revert to any previous deploy.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700">
                <a:solidFill>
                  <a:srgbClr val="424242"/>
                </a:solidFill>
                <a:latin typeface="Arial"/>
              </a:rPr>
              <a:t>Custom domain, HTTPS, and redirect rules are configured in netlify.toml — already in this repo.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The Build Process: What Happens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993495" y="2377440"/>
            <a:ext cx="1371600" cy="713232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495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npm run build
called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4239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5679" y="2377440"/>
            <a:ext cx="1371600" cy="713232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5679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MDX files
parsed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6423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7863" y="2377440"/>
            <a:ext cx="1371600" cy="713232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7863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React
rendered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8607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0047" y="2377440"/>
            <a:ext cx="1371600" cy="713232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0047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Static HTML
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0791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82231" y="2377440"/>
            <a:ext cx="1371600" cy="713232"/>
          </a:xfrm>
          <a:prstGeom prst="rect">
            <a:avLst/>
          </a:prstGeom>
          <a:solidFill>
            <a:srgbClr val="5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2231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Assets
bundled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2975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4415" y="2377440"/>
            <a:ext cx="1371600" cy="713232"/>
          </a:xfrm>
          <a:prstGeom prst="rect">
            <a:avLst/>
          </a:prstGeom>
          <a:solidFill>
            <a:srgbClr val="2AA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4415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Output →
/build folder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5159" y="2624328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6599" y="2377440"/>
            <a:ext cx="1371600" cy="71323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6599" y="2377440"/>
            <a:ext cx="1371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Netlify
uploads /build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57600"/>
            <a:ext cx="1118585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Every .md and .mdx file becomes a static HTML page — no server needed at runtime.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React is used at build time only — the output is plain HTML. Visitors never download a React bundle.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If any file has a broken import or invalid MDX, the build fails here — before anything reaches the internet.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Build output goes to /build. Netlify uploads this folder's contents to its CDN.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Build time for the 54-page Meridian site: approximately 45-60 seconds on a standard GitHub runner.</a:t>
            </a:r>
          </a:p>
          <a:p>
            <a:pPr>
              <a:spcBef>
                <a:spcPts val="5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Warning from the Docusaurus community: large sites (500+ pages) with versioned docs and the OpenAPI plugin can exceed 8GB RAM on default GitHub runners.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The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806043" y="2606040"/>
            <a:ext cx="1234440" cy="749808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6043" y="260604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Writer
Authors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9627" y="287121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1067" y="2606040"/>
            <a:ext cx="1234440" cy="749808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1067" y="260604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Git
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4651" y="287121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6091" y="2606040"/>
            <a:ext cx="1234440" cy="749808"/>
          </a:xfrm>
          <a:prstGeom prst="rect">
            <a:avLst/>
          </a:prstGeom>
          <a:solidFill>
            <a:srgbClr val="4A7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6091" y="260604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Pull
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9675" y="287121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1115" y="2606040"/>
            <a:ext cx="1234440" cy="749808"/>
          </a:xfrm>
          <a:prstGeom prst="rect">
            <a:avLst/>
          </a:prstGeom>
          <a:solidFill>
            <a:srgbClr val="E6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1115" y="260604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Netlify
Preview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4699" y="287121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139" y="2606040"/>
            <a:ext cx="1234440" cy="749808"/>
          </a:xfrm>
          <a:prstGeom prst="rect">
            <a:avLst/>
          </a:prstGeom>
          <a:solidFill>
            <a:srgbClr val="E6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6139" y="260604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SME
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9723" y="287121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81163" y="2606040"/>
            <a:ext cx="1234440" cy="749808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1163" y="260604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Merge
to 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4747" y="287121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16187" y="2606040"/>
            <a:ext cx="1234440" cy="749808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6187" y="260604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GitHub
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771" y="2871216"/>
            <a:ext cx="9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51211" y="2606040"/>
            <a:ext cx="1234440" cy="74980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51211" y="2606040"/>
            <a:ext cx="1234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Live
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5760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424242"/>
                </a:solidFill>
                <a:latin typeface="Arial"/>
              </a:rPr>
              <a:t>Writer  →  Pull Request  →  Review  →  GitHub Actions  →  Deploy  →  Live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51960"/>
            <a:ext cx="111858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800">
                <a:solidFill>
                  <a:srgbClr val="424242"/>
                </a:solidFill>
                <a:latin typeface="Arial"/>
              </a:rPr>
              <a:t>Everything between Merge and Live Docs is fully automated — no deploy button, no manual publish step.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800">
                <a:solidFill>
                  <a:srgbClr val="424242"/>
                </a:solidFill>
                <a:latin typeface="Arial"/>
              </a:rPr>
              <a:t>The human work is writing and reviewing. All infrastructure is hands-off after initial setup.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800">
                <a:solidFill>
                  <a:srgbClr val="424242"/>
                </a:solidFill>
                <a:latin typeface="Arial"/>
              </a:rPr>
              <a:t>Deploy previews mean reviewers see the rendered output before it ships, every single time.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Real-World Tradeoffs: Scaling &amp; Maintainability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474720" cy="457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40" y="1828800"/>
            <a:ext cx="3657600" cy="457200"/>
          </a:xfrm>
          <a:prstGeom prst="rect">
            <a:avLst/>
          </a:prstGeom>
          <a:solidFill>
            <a:srgbClr val="2AA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8288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What Works Well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828800"/>
            <a:ext cx="3657600" cy="457200"/>
          </a:xfrm>
          <a:prstGeom prst="rect">
            <a:avLst/>
          </a:prstGeom>
          <a:solidFill>
            <a:srgbClr val="D9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8288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What Gets Harder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22576"/>
            <a:ext cx="3337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Content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40" y="2286000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2322576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Git log = full audit trail. Nothing is ever lost.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286000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322576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52928"/>
            <a:ext cx="347472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89504"/>
            <a:ext cx="3337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Review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40" y="2852928"/>
            <a:ext cx="365760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2889504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PRs enforce a gate — quality control is structural.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852928"/>
            <a:ext cx="365760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2889504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19856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456432"/>
            <a:ext cx="3337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Deploy previews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3419856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80" y="3456432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SMEs see rendered output before merge — every time.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3419856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3456432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86784"/>
            <a:ext cx="347472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023360"/>
            <a:ext cx="3337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Versioned docs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40" y="3986784"/>
            <a:ext cx="365760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9080" y="4023360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Multiple product releases maintained simultaneously.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986784"/>
            <a:ext cx="365760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80" y="4023360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Adds significant build time and repo complexity.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53712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590288"/>
            <a:ext cx="3337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Build performance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40" y="4553712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69080" y="4590288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Fast on small sites (&lt; 200 pages).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553712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4590288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500+ pages: 3–5 min builds; OpenAPI plugin + versioning can exhaust 8GB RAM on default GitHub runners.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120640"/>
            <a:ext cx="347472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157216"/>
            <a:ext cx="3337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Onboarding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7640" y="5120640"/>
            <a:ext cx="365760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5157216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Writers need Git + Markdown only.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5120640"/>
            <a:ext cx="365760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80" y="5157216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Engineers and PMs need onboarding too. Homepage requires basic React.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687568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724144"/>
            <a:ext cx="33375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Search at scale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40" y="5687568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9080" y="5724144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Algolia DocSearch is excellent.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35240" y="5687568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5724144"/>
            <a:ext cx="35204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  <a:latin typeface="Arial"/>
              </a:rPr>
              <a:t>Requires Algolia account or self-hosted alternative (Pagefind).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Caveats With Scaling Docusaurus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Versioned docs — </a:t>
            </a:r>
            <a:r>
              <a:rPr b="0" sz="1700">
                <a:solidFill>
                  <a:srgbClr val="424242"/>
                </a:solidFill>
                <a:latin typeface="Arial"/>
              </a:rPr>
              <a:t>powerful but every version multiplies your page count and build time. A site with 3 versions builds 3x the HTML.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Search at scale — </a:t>
            </a:r>
            <a:r>
              <a:rPr b="0" sz="1700">
                <a:solidFill>
                  <a:srgbClr val="424242"/>
                </a:solidFill>
                <a:latin typeface="Arial"/>
              </a:rPr>
              <a:t>Algolia is excellent; self-hosted alternatives like Pagefind work for smaller sites.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Image management — </a:t>
            </a:r>
            <a:r>
              <a:rPr b="0" sz="1700">
                <a:solidFill>
                  <a:srgbClr val="424242"/>
                </a:solidFill>
                <a:latin typeface="Arial"/>
              </a:rPr>
              <a:t>needs a CDN or strict /static folder conventions at scale; Pandoc migration makes this worse.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SME adoption — </a:t>
            </a:r>
            <a:r>
              <a:rPr b="0" sz="1700">
                <a:solidFill>
                  <a:srgbClr val="424242"/>
                </a:solidFill>
                <a:latin typeface="Arial"/>
              </a:rPr>
              <a:t>the real challenge. Budget onboarding time for engineers and PMs — expect 1-2 weeks for comfort.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1" sz="1700">
                <a:solidFill>
                  <a:srgbClr val="424242"/>
                </a:solidFill>
                <a:latin typeface="Arial"/>
              </a:rPr>
              <a:t>100+ contributors — </a:t>
            </a:r>
            <a:r>
              <a:rPr b="0" sz="1700">
                <a:solidFill>
                  <a:srgbClr val="424242"/>
                </a:solidFill>
                <a:latin typeface="Arial"/>
              </a:rPr>
              <a:t>consider a headless CMS (Contentlayer, TinaCMS) on top of the Git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074920"/>
            <a:ext cx="11185855" cy="14630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074920"/>
            <a:ext cx="109728" cy="1463040"/>
          </a:xfrm>
          <a:prstGeom prst="rect">
            <a:avLst/>
          </a:prstGeom>
          <a:solidFill>
            <a:srgbClr val="E6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6636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8A1A"/>
                </a:solidFill>
                <a:latin typeface="Arial"/>
              </a:rPr>
              <a:t>Real-world warning from the Docusaurus community (Slack, 2025):</a:t>
            </a:r>
          </a:p>
          <a:p>
            <a:pPr algn="l"/>
            <a:r>
              <a:rPr sz="1200" b="0" i="1">
                <a:solidFill>
                  <a:srgbClr val="424242"/>
                </a:solidFill>
                <a:latin typeface="Arial"/>
              </a:rPr>
              <a:t>"We have versioned docs + the OpenAPI plugin. On Docusaurus 3.10.1 with Rspack, our CI builds were killed on an 8GB machine — something bypasses Node.js memory limits. Disabling 'Docusaurus Faster' fixed it. If you have a large site on 3.10.1, you may need to disable Faster for now."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36576"/>
          </a:xfrm>
          <a:prstGeom prst="rect">
            <a:avLst/>
          </a:prstGeom>
          <a:solidFill>
            <a:srgbClr val="177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85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Resources: Download and Build This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34146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97BF"/>
                </a:solidFill>
                <a:latin typeface="Arial"/>
              </a:rPr>
              <a:t>The Meridian project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github.com/wordsnlogic/meridian-docs-site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git clone the repo → npm install → npm start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All GitHub Actions workflows are in .github/workflows/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CSS customization is in src/css/custom.css</a:t>
            </a:r>
          </a:p>
          <a:p>
            <a:pPr>
              <a:spcBef>
                <a:spcPts val="7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The homepage is in src/pages/index.tsx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7307" y="1920240"/>
            <a:ext cx="534146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97BF"/>
                </a:solidFill>
                <a:latin typeface="Arial"/>
              </a:rPr>
              <a:t>Learn more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Docusaurus docs: docusaurus.io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Netlify docs: docs.netlify.com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GitHub Actions: docs.github.com/actions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Algolia DocSearch: docsearch.algolia.com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Pandoc conversion: pandoc.org</a:t>
            </a:r>
          </a:p>
          <a:p>
            <a:pPr>
              <a:spcBef>
                <a:spcPts val="600"/>
              </a:spcBef>
              <a:buChar char="●"/>
              <a:buClr>
                <a:srgbClr val="1E97BF"/>
              </a:buClr>
            </a:pPr>
            <a:r>
              <a:rPr b="0" sz="1600">
                <a:solidFill>
                  <a:srgbClr val="424242"/>
                </a:solidFill>
                <a:latin typeface="Arial"/>
              </a:rPr>
              <a:t>Pagefind (self-hosted search): pagefind.app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1E97BF"/>
                </a:solidFill>
                <a:latin typeface="Arial"/>
              </a:rPr>
              <a:t>All tools in this stack are free and open source. The only cost is your team's time.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E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858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Arial"/>
              </a:rPr>
              <a:t>That was fun!
Final announcements — get out your phones to scan the QR codes.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0" i="0">
                <a:solidFill>
                  <a:srgbClr val="222222"/>
                </a:solidFill>
                <a:latin typeface="Arial"/>
              </a:rPr>
              <a:t>Tell Us What You Think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0" i="0">
                <a:solidFill>
                  <a:srgbClr val="222222"/>
                </a:solidFill>
                <a:latin typeface="Arial"/>
              </a:rPr>
              <a:t>Group Selfie and Photo Time!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222222"/>
                </a:solidFill>
                <a:latin typeface="Arial"/>
              </a:rPr>
              <a:t>Continue Networking: Hard Stop at 6:45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